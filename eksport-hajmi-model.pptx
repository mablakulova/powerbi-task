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tableEx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2c6a0cf6-e2fb-418f-83c0-e45a6ebe7543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59478a21dcd24842" /><Relationship Type="http://schemas.openxmlformats.org/officeDocument/2006/relationships/slideLayout" Target="/ppt/slideLayouts/slideLayout8.xml" Id="R74b25d9f23464b31" /><Relationship Type="http://schemas.openxmlformats.org/officeDocument/2006/relationships/hyperlink" Target="https://app.powerbi.com/groups/me/reports/2c6a0cf6-e2fb-418f-83c0-e45a6ebe7543/?pbi_source=PowerPoint" TargetMode="External" Id="RelId0" /><Relationship Type="http://schemas.openxmlformats.org/officeDocument/2006/relationships/image" Target="/ppt/media/image4.png" Id="imgId29763822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eksport-hajmi-model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12/9/2025 3:55:23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12/9/2025 3:29:28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ivotTable ,tableEx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976382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1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